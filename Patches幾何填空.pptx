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5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7" r:id="rId12"/>
    <p:sldId id="268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5:37.27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3:54.350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0 24263,'48'5345'0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4:08.31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5281 3250 24575,'2'0'0,"0"-1"0,1 1 0,-1-1 0,0 1 0,0-1 0,0 0 0,0 1 0,0-1 0,0 0 0,0-1 0,0 1 0,0 0 0,-1 0 0,1-1 0,0 1 0,-1-1 0,1 0 0,-1 1 0,0-1 0,1 0 0,-1 0 0,0 0 0,0 0 0,0 0 0,0 0 0,-1 0 0,1 0 0,0 0 0,-1 0 0,1 0 0,-1-4 0,2-11 0,0 1 0,-1 0 0,-2-22 0,0 17 0,1-148 0,-39-292 0,-37-73 0,44-3 0,31 511 0,-2 1 0,-1 0 0,-12-48 0,9 48 0,1 0 0,1 0 0,-2-47 0,5 30 0,-8-48 0,-2-39 0,10 99 0,-10-54 0,2 24 0,4 30 0,0 1 0,-15-38 0,-2-10 0,22 76 0,-58-204 0,50 180 0,-1 0 0,-1 1 0,-1 1 0,-2 0 0,0 1 0,-18-22 0,26 38 0,-1-1 0,0 1 0,0 1 0,-1 0 0,1 0 0,-1 0 0,0 1 0,-1 0 0,1 1 0,-1-1 0,1 2 0,-1-1 0,0 1 0,0 1 0,0 0 0,-11-1 0,-18 1 0,0 2 0,-57 8 0,88-8 0,-62 12 0,1 3 0,1 2 0,-101 44 0,42-15 0,-215 85 0,291-108 0,1 2 0,1 3 0,2 1 0,-70 59 0,-10 31 0,4 5 0,6 6 0,6 5 0,-106 170 0,46-25 0,-172 385 0,134-140 0,172-430 0,-36 79 0,-166 291 0,-363 486 0,359-643 0,161-203 0,5-3 0,-139 144 0,180-207 0,-9 9 0,-62 26 0,-1 0 0,48-38 85,49-33-292,0 2-1,1-1 1,0 1 0,0 0 0,0 1 0,-7 8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4:17.54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0 23892,'2661'170'0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4:31.982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849 5009 24575,'69'-117'0,"-20"36"0,45-80 0,-1 3 0,86-200 0,-168 329 0,-2-1 0,0 0 0,-2-1 0,-2 0 0,3-41 0,-7-157 0,-3 109 0,-13-221 0,-17 114 0,27 157 0,3 32 0,-7-42 0,-27-187 0,25 189 0,-2 0 0,-5 1 0,-27-76 0,42 142 0,-1-1 0,-1 1 0,0 0 0,0 1 0,-1-1 0,0 1 0,-13-15 0,15 20 0,0 1 0,-1 0 0,1 0 0,-1 1 0,1 0 0,-1-1 0,0 1 0,0 1 0,-1-1 0,1 1 0,-1 0 0,1 0 0,-1 1 0,1-1 0,-1 1 0,0 1 0,-8-1 0,-12-1 0,1 2 0,-1 0 0,0 2 0,0 1 0,1 0 0,-1 3 0,1 0 0,0 1 0,-38 17 0,59-22 0,-75 37 0,-75 50 0,150-87 0,0 1 0,0-1 0,0 0 0,0-1 0,0 1 0,-1-1 0,1 0 0,0 0 0,-1 0 0,1-1 0,0 1 0,-1-1 0,1 0 0,-1 0 0,1-1 0,0 1 0,-1-1 0,1 0 0,0 0 0,-1-1 0,1 1 0,0-1 0,0 0 0,0 0 0,0 0 0,-4-4 0,-4-3 0,0 0 0,0-1 0,1-1 0,0 0 0,1-1 0,-11-15 0,-14-10 0,29 32 0,0-1 0,0 0 0,1 0 0,0 0 0,-8-13 0,-18-44 0,2-2 0,4-1 0,2 0 0,3-2 0,-18-120 0,-13-352 0,50 512 0,-9-649-43,11 432-1279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4:40.48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9796 73 24575,'-137'-3'0,"-158"-22"0,128 3 0,-215-1 0,-653 24 0,953 3 0,-155 28 0,20 0 0,44-16 0,-708 45 0,450-48 0,2 35 0,-725 196 0,813-166 0,-503 122 0,-195 42 0,525-156 0,142-27 0,231-29 0,-214 77 0,333-100 0,1 1 0,0 1 0,0 1 0,1 0 0,0 2 0,1 0 0,1 1 0,0 1 0,-26 27 0,3 5 0,-1-1 0,-3-2 0,-1-2 0,-75 51 0,70-67-1365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4:44.420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5131 875 24575,'-681'52'0,"546"-34"0,-1131 169 0,439-65 0,724-109 0,-203 15 0,49-6 0,84-8 0,-276-11 0,430-5 0,0 0 0,-1-1 0,2-1 0,-1-1 0,-26-11 0,-85-45 0,85 38 0,-57-22 0,27 14 0,1-3 0,1-4 0,-117-81 0,181 112 0,1 0 0,-1-1 0,2 1 0,-1-2 0,1 1 0,0-1 0,0 0 0,1 0 0,1-1 0,0 0 0,0 0 0,-5-17 0,7 21 0,1-1 0,0 0 0,1 0 0,-1 0 0,1 0 0,1 0 0,-1 0 0,1 0 0,1 0 0,-1 0 0,1 0 0,0 0 0,1 0 0,-1 0 0,2 0 0,-1 0 0,1 1 0,0-1 0,0 1 0,5-8 0,5-1 0,0 1 0,0 0 0,1 1 0,1 0 0,0 2 0,1-1 0,0 2 0,1 0 0,0 1 0,1 1 0,-1 0 0,2 2 0,24-7 0,22-1 0,2 3 0,103-4 0,-28 3 0,533-89 0,-101 13 0,1575-63 0,-1089 138 0,4-60 0,-475 37 0,-2 40 0,-543-3 0,322 11 0,159 1 0,388 14 0,-628 2 0,-141-12 0,188 6 0,-254-25-341,0 4 0,0 3-1,115 22 1,-167-20-6485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4:46.82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0 123 24575,'866'-61'0,"-216"5"0,-575 53 0,305 0 0,-296 17 0,-63-9 0,0-1 0,38 1 0,398-6-1365,-412 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5:03.719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2927 3286 24575,'11'-161'0,"-1"27"0,-5-888 0,-7 558 0,-2 411 0,-1 0 0,-3 1 0,-27-92 0,-7-51 0,40 188 0,-9-70 0,-4-130 0,14 190 0,-1 0 0,0-1 0,-5-16 0,-5-46 0,13-81 0,-2-65 0,0 222 0,0 0 0,0 0 0,0 1 0,0-1 0,-1 0 0,1 1 0,-1-1 0,0 1 0,0-1 0,0 1 0,0 0 0,-1 0 0,1 0 0,-1 0 0,0 0 0,0 0 0,0 1 0,0 0 0,-1-1 0,1 1 0,-7-3 0,-10-3 0,1 0 0,-1 2 0,-25-6 0,-29-11 0,62 16 0,0 2 0,-1 0 0,0 0 0,0 1 0,-21-4 0,26 8 0,1-1 0,0 1 0,0 1 0,0-1 0,0 1 0,0 1 0,0-1 0,0 1 0,0 0 0,0 1 0,1-1 0,-10 6 0,2 1 0,1 0 0,0 0 0,0 1 0,1 1 0,0 0 0,-17 22 0,-56 86 0,61-83 0,-238 402 0,251-416 0,1 1 0,1 1 0,1 0 0,2 0 0,0 0 0,1 1 0,-1 30 0,4 181 0,5-118 0,0-4 0,4 0 0,6 0 0,39 163 0,453 1364 0,-493-1610 0,-4-15 0,-2 0 0,0 1 0,-1-1 0,-1 1 0,0 0 0,-1 0 0,-1 1 0,0 24 0,-4 117 0,34 298 0,27 537 0,-35-145 0,-17 315 0,-9-658 0,3-355 0,-3 171 0,-1-297 0,0 0 0,-2-1 0,-11 37 0,-4 15 0,19-70 0,-1 0 0,0-1 0,0 1 0,0 0 0,0-1 0,-1 0 0,0 1 0,0-1 0,-1 0 0,1-1 0,-1 1 0,0 0 0,-1-1 0,1 0 0,-1 0 0,-8 5 0,-4 1 0,-1-1 0,0 0 0,-32 10 0,15-6 0,16-8 0,0-1 0,1 0 0,-2-1 0,1-1 0,0-1 0,0 0 0,-24-3 0,19 0 0,1 2 0,-1 1 0,0 1 0,-24 5 0,1 1 0,-1-1 0,0-3 0,-62-2 0,-33 2 0,-728 12 0,562-18 0,-115 2-1365,404 0-5461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5:12.49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2443 0 24515,'-2443'2177'0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05:22.10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13:13:17.92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34461 7884 16383 0 0,'0'-6'0'0'0,"0"-12"0"0"0,0-15 0 0 0,0-13 0 0 0,0-3 0 0 0,6 0 0 0 0,1-30 0 0 0,0-12 0 0 0,4-3 0 0 0,1 10 0 0 0,-3 8 0 0 0,4 11 0 0 0,-1 6 0 0 0,-3 8 0 0 0,-2 6 0 0 0,-3 5 0 0 0,-2 5 0 0 0,-1 2 0 0 0,-1 1 0 0 0,5 1 0 0 0,2 0 0 0 0,0 0 0 0 0,-2-1 0 0 0,-1 0 0 0 0,-2 0 0 0 0,5-1 0 0 0,1 1 0 0 0,-1-1 0 0 0,-2-5 0 0 0,-1-8 0 0 0,-2-1 0 0 0,-1-3 0 0 0,-1 0 0 0 0,0 4 0 0 0,6-2 0 0 0,1 2 0 0 0,-1 4 0 0 0,0 2 0 0 0,-2-2 0 0 0,-2 0 0 0 0,5 2 0 0 0,1 2 0 0 0,-1 2 0 0 0,-2 2 0 0 0,-1-5 0 0 0,-2-6 0 0 0,-1-8 0 0 0,0 1 0 0 0,-2-8 0 0 0,1-4 0 0 0,0 2 0 0 0,0 7 0 0 0,-1 7 0 0 0,1 6 0 0 0,0 5 0 0 0,0 3 0 0 0,0 1 0 0 0,0 2 0 0 0,0-6 0 0 0,0-7 0 0 0,0-7 0 0 0,0-1 0 0 0,0-3 0 0 0,0-2 0 0 0,0 2 0 0 0,0 0 0 0 0,0 3 0 0 0,0 0 0 0 0,0 3 0 0 0,0 5 0 0 0,0 3 0 0 0,0 4 0 0 0,-5-3 0 0 0,-3 0 0 0 0,1-5 0 0 0,1-5 0 0 0,-3 0 0 0 0,-1-3 0 0 0,2-3 0 0 0,1 3 0 0 0,3 4 0 0 0,2 5 0 0 0,-4 5 0 0 0,-2 3 0 0 0,1 2 0 0 0,2 2 0 0 0,1 0 0 0 0,-3 6 0 0 0,-2 2 0 0 0,2-1 0 0 0,1-1 0 0 0,3-3 0 0 0,0-1 0 0 0,-3-1 0 0 0,-2-1 0 0 0,1 0 0 0 0,-4 4 0 0 0,0 3 0 0 0,2-1 0 0 0,3-1 0 0 0,1-2 0 0 0,3-1 0 0 0,1-1 0 0 0,0-2 0 0 0,-4 6 0 0 0,-2 2 0 0 0,1-1 0 0 0,1-1 0 0 0,1-2 0 0 0,1-1 0 0 0,2-1 0 0 0,1-1 0 0 0,0-7 0 0 0,0-1 0 0 0,0 0 0 0 0,-5 7 0 0 0,-2 4 0 0 0,0 1 0 0 0,1-1 0 0 0,-3 0 0 0 0,-1-1 0 0 0,2-1 0 0 0,2-1 0 0 0,2 0 0 0 0,1 5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2T13:13:17.92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5212 3043 16383 0 0,'0'0'0'0'0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448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2236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4042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651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4048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4656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096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526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263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045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5651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75EF9D-446A-4BA9-9A8F-8795C824CFA3}" type="datetimeFigureOut">
              <a:rPr lang="zh-TW" altLang="en-US" smtClean="0"/>
              <a:t>2026/4/23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1134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customXml" Target="../ink/ink7.xml"/><Relationship Id="rId18" Type="http://schemas.openxmlformats.org/officeDocument/2006/relationships/image" Target="../media/image15.png"/><Relationship Id="rId3" Type="http://schemas.openxmlformats.org/officeDocument/2006/relationships/customXml" Target="../ink/ink2.xml"/><Relationship Id="rId21" Type="http://schemas.openxmlformats.org/officeDocument/2006/relationships/customXml" Target="../ink/ink11.xml"/><Relationship Id="rId7" Type="http://schemas.openxmlformats.org/officeDocument/2006/relationships/customXml" Target="../ink/ink4.xml"/><Relationship Id="rId12" Type="http://schemas.openxmlformats.org/officeDocument/2006/relationships/image" Target="../media/image12.png"/><Relationship Id="rId17" Type="http://schemas.openxmlformats.org/officeDocument/2006/relationships/customXml" Target="../ink/ink9.xml"/><Relationship Id="rId25" Type="http://schemas.openxmlformats.org/officeDocument/2006/relationships/customXml" Target="../ink/ink13.xml"/><Relationship Id="rId2" Type="http://schemas.openxmlformats.org/officeDocument/2006/relationships/image" Target="../media/image7.png"/><Relationship Id="rId16" Type="http://schemas.openxmlformats.org/officeDocument/2006/relationships/image" Target="../media/image14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customXml" Target="../ink/ink6.xml"/><Relationship Id="rId24" Type="http://schemas.openxmlformats.org/officeDocument/2006/relationships/image" Target="../media/image17.png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customXml" Target="../ink/ink12.xml"/><Relationship Id="rId10" Type="http://schemas.openxmlformats.org/officeDocument/2006/relationships/image" Target="../media/image11.png"/><Relationship Id="rId19" Type="http://schemas.openxmlformats.org/officeDocument/2006/relationships/customXml" Target="../ink/ink10.xml"/><Relationship Id="rId4" Type="http://schemas.openxmlformats.org/officeDocument/2006/relationships/image" Target="../media/image8.png"/><Relationship Id="rId9" Type="http://schemas.openxmlformats.org/officeDocument/2006/relationships/customXml" Target="../ink/ink5.xml"/><Relationship Id="rId14" Type="http://schemas.openxmlformats.org/officeDocument/2006/relationships/image" Target="../media/image13.png"/><Relationship Id="rId2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iyu9412/Patches-Game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b="1" dirty="0">
                <a:latin typeface="新細明體"/>
                <a:ea typeface="新細明體"/>
              </a:rPr>
              <a:t>Patches幾何填空</a:t>
            </a:r>
            <a:endParaRPr lang="zh-TW" b="1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218038" y="5086709"/>
            <a:ext cx="9144000" cy="1655762"/>
          </a:xfrm>
        </p:spPr>
        <p:txBody>
          <a:bodyPr/>
          <a:lstStyle/>
          <a:p>
            <a:r>
              <a:rPr lang="zh-TW" altLang="en-US" dirty="0"/>
              <a:t>組別</a:t>
            </a:r>
            <a:r>
              <a:rPr lang="en-US" altLang="zh-TW" dirty="0"/>
              <a:t>:</a:t>
            </a:r>
            <a:r>
              <a:rPr lang="zh-TW" altLang="en-US" dirty="0"/>
              <a:t> 第</a:t>
            </a:r>
            <a:r>
              <a:rPr lang="en-US" altLang="zh-TW" dirty="0"/>
              <a:t>17</a:t>
            </a:r>
            <a:r>
              <a:rPr lang="zh-TW" altLang="en-US" dirty="0"/>
              <a:t>組</a:t>
            </a:r>
            <a:endParaRPr lang="en-US" altLang="zh-TW" dirty="0"/>
          </a:p>
          <a:p>
            <a:r>
              <a:rPr lang="zh-TW" altLang="en-US" dirty="0"/>
              <a:t>組長</a:t>
            </a:r>
            <a:r>
              <a:rPr lang="en-US" altLang="zh-TW" dirty="0"/>
              <a:t>:</a:t>
            </a:r>
            <a:r>
              <a:rPr lang="zh-TW" altLang="en-US" dirty="0"/>
              <a:t> 鄭立渝</a:t>
            </a:r>
            <a:endParaRPr lang="en-US" altLang="zh-TW" dirty="0"/>
          </a:p>
          <a:p>
            <a:r>
              <a:rPr lang="zh-TW" altLang="en-US" dirty="0"/>
              <a:t>                    組員</a:t>
            </a:r>
            <a:r>
              <a:rPr lang="en-US" altLang="zh-TW" dirty="0"/>
              <a:t>:</a:t>
            </a:r>
            <a:r>
              <a:rPr lang="zh-TW" altLang="en-US" dirty="0"/>
              <a:t> 高子淵、魏紹紘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FB2EC616-FBFC-BC25-A35C-B7890B7C3081}"/>
                  </a:ext>
                </a:extLst>
              </p14:cNvPr>
              <p14:cNvContentPartPr/>
              <p14:nvPr/>
            </p14:nvContentPartPr>
            <p14:xfrm>
              <a:off x="11783130" y="3157887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FB2EC616-FBFC-BC25-A35C-B7890B7C30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765130" y="3139887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2129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E26EB7-2C8C-7DFA-DC6E-BA95BB82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b="1" dirty="0">
                <a:latin typeface="新細明體"/>
                <a:ea typeface="新細明體"/>
              </a:rPr>
              <a:t>遊戲規則</a:t>
            </a:r>
            <a:endParaRPr lang="zh-TW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0CE632-7835-5D9A-0339-BD2C3FE81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TW" altLang="en-US">
                <a:ea typeface="新細明體"/>
              </a:rPr>
              <a:t>玩家需要根據提示拉伸出不同長寬的矩形方塊填入背景網格，若中途發現錯誤則手動清除重新拉伸，全部矩形面積總合會和背景網格相等。</a:t>
            </a:r>
          </a:p>
        </p:txBody>
      </p:sp>
    </p:spTree>
    <p:extLst>
      <p:ext uri="{BB962C8B-B14F-4D97-AF65-F5344CB8AC3E}">
        <p14:creationId xmlns:p14="http://schemas.microsoft.com/office/powerpoint/2010/main" val="1482417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AEE79-F513-B530-8559-F36896F9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程式運作流程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BBF88D-9AB6-6CE3-4084-0D3C6B9F9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8413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altLang="en-US"/>
              <a:t>初始化遊戲</a:t>
            </a:r>
            <a:endParaRPr lang="en-US" altLang="zh-TW"/>
          </a:p>
          <a:p>
            <a:pPr marL="514350" indent="-514350">
              <a:buFont typeface="+mj-lt"/>
              <a:buAutoNum type="arabicPeriod"/>
            </a:pPr>
            <a:r>
              <a:rPr lang="zh-TW" altLang="en-US"/>
              <a:t>載入關卡資料</a:t>
            </a:r>
            <a:endParaRPr lang="en-US" altLang="zh-TW"/>
          </a:p>
          <a:p>
            <a:pPr marL="514350" indent="-514350">
              <a:buFont typeface="+mj-lt"/>
              <a:buAutoNum type="arabicPeriod"/>
            </a:pPr>
            <a:r>
              <a:rPr lang="zh-TW" altLang="en-US"/>
              <a:t>切分網格，例如</a:t>
            </a:r>
            <a:r>
              <a:rPr lang="en-US" altLang="zh-TW"/>
              <a:t>7</a:t>
            </a:r>
            <a:r>
              <a:rPr lang="zh-TW" altLang="en-US"/>
              <a:t>*</a:t>
            </a:r>
            <a:r>
              <a:rPr lang="en-US" altLang="zh-TW"/>
              <a:t>7</a:t>
            </a:r>
            <a:r>
              <a:rPr lang="zh-TW" altLang="en-US"/>
              <a:t>單位會變成</a:t>
            </a:r>
            <a:r>
              <a:rPr lang="en-US" altLang="zh-TW"/>
              <a:t>2</a:t>
            </a:r>
            <a:r>
              <a:rPr lang="zh-TW" altLang="en-US"/>
              <a:t>*</a:t>
            </a:r>
            <a:r>
              <a:rPr lang="en-US" altLang="zh-TW"/>
              <a:t>4+1</a:t>
            </a:r>
            <a:r>
              <a:rPr lang="zh-TW" altLang="en-US"/>
              <a:t>*</a:t>
            </a:r>
            <a:r>
              <a:rPr lang="en-US" altLang="zh-TW"/>
              <a:t>3+3</a:t>
            </a:r>
            <a:r>
              <a:rPr lang="zh-TW" altLang="en-US"/>
              <a:t>*</a:t>
            </a:r>
            <a:r>
              <a:rPr lang="en-US" altLang="zh-TW"/>
              <a:t>3+1</a:t>
            </a:r>
            <a:r>
              <a:rPr lang="zh-TW" altLang="en-US"/>
              <a:t>*</a:t>
            </a:r>
            <a:r>
              <a:rPr lang="en-US" altLang="zh-TW"/>
              <a:t>3+2</a:t>
            </a:r>
            <a:r>
              <a:rPr lang="zh-TW" altLang="en-US"/>
              <a:t>*</a:t>
            </a:r>
            <a:r>
              <a:rPr lang="en-US" altLang="zh-TW"/>
              <a:t>1+2</a:t>
            </a:r>
            <a:r>
              <a:rPr lang="zh-TW" altLang="en-US"/>
              <a:t>*</a:t>
            </a:r>
            <a:r>
              <a:rPr lang="en-US" altLang="zh-TW"/>
              <a:t>2+5</a:t>
            </a:r>
            <a:r>
              <a:rPr lang="zh-TW" altLang="en-US"/>
              <a:t>*</a:t>
            </a:r>
            <a:r>
              <a:rPr lang="en-US" altLang="zh-TW"/>
              <a:t>3+5</a:t>
            </a:r>
            <a:r>
              <a:rPr lang="zh-TW" altLang="en-US"/>
              <a:t>*</a:t>
            </a:r>
            <a:r>
              <a:rPr lang="en-US" altLang="zh-TW"/>
              <a:t>1</a:t>
            </a:r>
            <a:r>
              <a:rPr lang="zh-TW" altLang="en-US"/>
              <a:t>共八個矩形並指定隨機顏色</a:t>
            </a:r>
            <a:endParaRPr lang="en-US" altLang="zh-TW"/>
          </a:p>
          <a:p>
            <a:pPr marL="514350" indent="-514350">
              <a:buFont typeface="+mj-lt"/>
              <a:buAutoNum type="arabicPeriod"/>
            </a:pPr>
            <a:r>
              <a:rPr lang="zh-TW" altLang="en-US"/>
              <a:t>計算八個矩形的面積</a:t>
            </a:r>
            <a:r>
              <a:rPr lang="en-US" altLang="zh-TW"/>
              <a:t>8,3,9,3,2,4,15,5</a:t>
            </a:r>
            <a:r>
              <a:rPr lang="zh-TW" altLang="en-US"/>
              <a:t>，總和必定為</a:t>
            </a:r>
            <a:r>
              <a:rPr lang="en-US" altLang="zh-TW"/>
              <a:t>49(7</a:t>
            </a:r>
            <a:r>
              <a:rPr lang="zh-TW" altLang="en-US"/>
              <a:t>*</a:t>
            </a:r>
            <a:r>
              <a:rPr lang="en-US" altLang="zh-TW"/>
              <a:t>7)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en-US"/>
              <a:t>將計算結果</a:t>
            </a:r>
            <a:r>
              <a:rPr lang="en-US" altLang="zh-TW"/>
              <a:t>(</a:t>
            </a:r>
            <a:r>
              <a:rPr lang="zh-TW" altLang="en-US"/>
              <a:t>面積大小</a:t>
            </a:r>
            <a:r>
              <a:rPr lang="en-US" altLang="zh-TW"/>
              <a:t>)</a:t>
            </a:r>
            <a:r>
              <a:rPr lang="zh-TW" altLang="en-US"/>
              <a:t>填入每個對應的矩形，位置隨意</a:t>
            </a:r>
            <a:endParaRPr lang="en-US" altLang="zh-TW"/>
          </a:p>
          <a:p>
            <a:pPr marL="514350" indent="-514350">
              <a:buFont typeface="+mj-lt"/>
              <a:buAutoNum type="arabicPeriod"/>
            </a:pPr>
            <a:r>
              <a:rPr lang="zh-TW" altLang="en-US">
                <a:ea typeface="新細明體"/>
              </a:rPr>
              <a:t>隱藏有填入計算結果以外的格子顏色，開始關卡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676ED0A-712E-0F46-9F98-D305998E4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9373" y="4839324"/>
            <a:ext cx="1711202" cy="165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59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31B223-0200-310C-CCA5-56F7A16C9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173" y="1386229"/>
            <a:ext cx="4917831" cy="42927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TW" altLang="en-US" dirty="0">
                <a:ea typeface="新細明體"/>
              </a:rPr>
              <a:t>進入關卡後會有預先設定好的數字做為提示</a:t>
            </a:r>
            <a:endParaRPr lang="en-US" altLang="zh-TW" dirty="0">
              <a:ea typeface="新細明體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115BF53-6FED-25CB-2DC4-EF52FADE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9539" y="4251"/>
            <a:ext cx="7091447" cy="6852726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1594EA7F-2840-B470-8AAC-25C805820162}"/>
              </a:ext>
            </a:extLst>
          </p:cNvPr>
          <p:cNvSpPr txBox="1"/>
          <p:nvPr/>
        </p:nvSpPr>
        <p:spPr>
          <a:xfrm>
            <a:off x="89504" y="202086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TW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新細明體"/>
                <a:ea typeface="新細明體"/>
                <a:cs typeface="+mj-cs"/>
              </a:rPr>
              <a:t>遊戲進行流程</a:t>
            </a: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554618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4108BEC-67F7-5C23-FC0A-DA776C7A3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4" y="1454394"/>
            <a:ext cx="4854638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TW" altLang="en-US"/>
              <a:t>透過提示數字想好是哪種長寬的矩形後開始拉伸</a:t>
            </a:r>
            <a:endParaRPr lang="zh-TW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B492C92-BF28-1E8E-633A-D131460BE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97" y="2825"/>
            <a:ext cx="7159023" cy="686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064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446709-613E-3CFD-5B9F-592CE7269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4" y="1718163"/>
            <a:ext cx="4256314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TW" altLang="en-US"/>
              <a:t>若沒有思考周全會因為空間問題造成無法完全填滿，這時可以手動清除玩家認為布局錯誤的部分</a:t>
            </a:r>
            <a:r>
              <a:rPr lang="en-US" altLang="zh-TW"/>
              <a:t>(</a:t>
            </a:r>
            <a:r>
              <a:rPr lang="zh-TW" altLang="en-US"/>
              <a:t>橘、紫</a:t>
            </a:r>
            <a:r>
              <a:rPr lang="en-US" altLang="zh-TW"/>
              <a:t>)</a:t>
            </a:r>
            <a:r>
              <a:rPr lang="zh-TW" altLang="en-US"/>
              <a:t>進行重設。</a:t>
            </a:r>
            <a:endParaRPr lang="zh-TW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D6AE117-AC4D-F817-9C20-972D6CE1A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857" y="-2809"/>
            <a:ext cx="7080142" cy="686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492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201789-2B22-F023-27E6-5CC3C7A8D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954" y="1815856"/>
            <a:ext cx="4822371" cy="4351338"/>
          </a:xfrm>
        </p:spPr>
        <p:txBody>
          <a:bodyPr/>
          <a:lstStyle/>
          <a:p>
            <a:pPr marL="0" indent="0">
              <a:buNone/>
            </a:pPr>
            <a:r>
              <a:rPr lang="zh-TW" altLang="en-US"/>
              <a:t>只根據玩家手指和數字距離計算當下矩形大小及方位，</a:t>
            </a:r>
            <a:endParaRPr lang="en-US" altLang="zh-TW"/>
          </a:p>
          <a:p>
            <a:pPr marL="0" indent="0">
              <a:buNone/>
            </a:pPr>
            <a:r>
              <a:rPr lang="zh-TW" altLang="en-US"/>
              <a:t>避免圖中出現不規則形狀的問題發生。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45DDCCE-EBF9-05A1-681A-5A0B19B34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54" y="-12578"/>
            <a:ext cx="7099923" cy="687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141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88C61B2-1571-C3B1-C689-8708D0B8B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741" y="1815328"/>
            <a:ext cx="4831080" cy="4351338"/>
          </a:xfrm>
        </p:spPr>
        <p:txBody>
          <a:bodyPr/>
          <a:lstStyle/>
          <a:p>
            <a:pPr marL="0" indent="0">
              <a:buNone/>
            </a:pPr>
            <a:r>
              <a:rPr lang="zh-TW" altLang="en-US"/>
              <a:t>若成功填滿便可以通關</a:t>
            </a:r>
            <a:endParaRPr lang="en-US" altLang="zh-TW"/>
          </a:p>
          <a:p>
            <a:pPr marL="0" indent="0">
              <a:buNone/>
            </a:pPr>
            <a:r>
              <a:rPr lang="zh-TW" altLang="en-US"/>
              <a:t>會記錄通關時間供玩家參考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1A2F0C-AAC3-0E6B-984D-2AB42084F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24" y="-2807"/>
            <a:ext cx="7051076" cy="686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370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7FE227-9CEB-A4BD-EE28-57405F359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06245"/>
            <a:ext cx="10515600" cy="1325563"/>
          </a:xfrm>
        </p:spPr>
        <p:txBody>
          <a:bodyPr/>
          <a:lstStyle/>
          <a:p>
            <a:r>
              <a:rPr lang="zh-TW" altLang="en-US" dirty="0"/>
              <a:t>範例路徑</a:t>
            </a:r>
            <a:br>
              <a:rPr lang="zh-TW" altLang="en-US" dirty="0"/>
            </a:b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28CA6DD-A976-59BC-4F41-D1CDCE6E2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705" y="0"/>
            <a:ext cx="7087295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F4DA5EE3-8362-627E-ADB3-8C5F6AD9E6E8}"/>
                  </a:ext>
                </a:extLst>
              </p14:cNvPr>
              <p14:cNvContentPartPr/>
              <p14:nvPr/>
            </p14:nvContentPartPr>
            <p14:xfrm>
              <a:off x="7707103" y="609617"/>
              <a:ext cx="17640" cy="19245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F4DA5EE3-8362-627E-ADB3-8C5F6AD9E6E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89103" y="591617"/>
                <a:ext cx="53280" cy="19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F798A4D-C4D9-602F-E98D-1225CF62E21C}"/>
                  </a:ext>
                </a:extLst>
              </p14:cNvPr>
              <p14:cNvContentPartPr/>
              <p14:nvPr/>
            </p14:nvContentPartPr>
            <p14:xfrm>
              <a:off x="8705743" y="388937"/>
              <a:ext cx="1919880" cy="20041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F798A4D-C4D9-602F-E98D-1225CF62E21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687743" y="370940"/>
                <a:ext cx="1955520" cy="2039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筆跡 10">
                <a:extLst>
                  <a:ext uri="{FF2B5EF4-FFF2-40B4-BE49-F238E27FC236}">
                    <a16:creationId xmlns:a16="http://schemas.microsoft.com/office/drawing/2014/main" id="{A89D17F1-4161-F6FE-E413-C5110FE7215A}"/>
                  </a:ext>
                </a:extLst>
              </p14:cNvPr>
              <p14:cNvContentPartPr/>
              <p14:nvPr/>
            </p14:nvContentPartPr>
            <p14:xfrm>
              <a:off x="10685383" y="5390417"/>
              <a:ext cx="958320" cy="61560"/>
            </p14:xfrm>
          </p:contentPart>
        </mc:Choice>
        <mc:Fallback xmlns="">
          <p:pic>
            <p:nvPicPr>
              <p:cNvPr id="11" name="筆跡 10">
                <a:extLst>
                  <a:ext uri="{FF2B5EF4-FFF2-40B4-BE49-F238E27FC236}">
                    <a16:creationId xmlns:a16="http://schemas.microsoft.com/office/drawing/2014/main" id="{A89D17F1-4161-F6FE-E413-C5110FE7215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67383" y="5372417"/>
                <a:ext cx="99396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0FEF94A9-1607-A233-3183-C89D581C05DE}"/>
                  </a:ext>
                </a:extLst>
              </p14:cNvPr>
              <p14:cNvContentPartPr/>
              <p14:nvPr/>
            </p14:nvContentPartPr>
            <p14:xfrm>
              <a:off x="11355343" y="3648377"/>
              <a:ext cx="497880" cy="180324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0FEF94A9-1607-A233-3183-C89D581C05D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337343" y="3630377"/>
                <a:ext cx="533520" cy="18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3" name="筆跡 12">
                <a:extLst>
                  <a:ext uri="{FF2B5EF4-FFF2-40B4-BE49-F238E27FC236}">
                    <a16:creationId xmlns:a16="http://schemas.microsoft.com/office/drawing/2014/main" id="{732C35DC-3882-1750-D0DF-42FBDDD2C915}"/>
                  </a:ext>
                </a:extLst>
              </p14:cNvPr>
              <p14:cNvContentPartPr/>
              <p14:nvPr/>
            </p14:nvContentPartPr>
            <p14:xfrm>
              <a:off x="7820503" y="3613817"/>
              <a:ext cx="3526920" cy="605520"/>
            </p14:xfrm>
          </p:contentPart>
        </mc:Choice>
        <mc:Fallback xmlns="">
          <p:pic>
            <p:nvPicPr>
              <p:cNvPr id="13" name="筆跡 12">
                <a:extLst>
                  <a:ext uri="{FF2B5EF4-FFF2-40B4-BE49-F238E27FC236}">
                    <a16:creationId xmlns:a16="http://schemas.microsoft.com/office/drawing/2014/main" id="{732C35DC-3882-1750-D0DF-42FBDDD2C91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02503" y="3595817"/>
                <a:ext cx="3562560" cy="64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D3E76496-AC18-D161-3BEE-5C70509F7FC7}"/>
                  </a:ext>
                </a:extLst>
              </p14:cNvPr>
              <p14:cNvContentPartPr/>
              <p14:nvPr/>
            </p14:nvContentPartPr>
            <p14:xfrm>
              <a:off x="7767223" y="6198977"/>
              <a:ext cx="3772080" cy="48024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D3E76496-AC18-D161-3BEE-5C70509F7FC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749225" y="6180990"/>
                <a:ext cx="3807717" cy="5158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44459156-6E4E-9A07-BD3F-89C997054560}"/>
                  </a:ext>
                </a:extLst>
              </p14:cNvPr>
              <p14:cNvContentPartPr/>
              <p14:nvPr/>
            </p14:nvContentPartPr>
            <p14:xfrm>
              <a:off x="5721343" y="4431737"/>
              <a:ext cx="957240" cy="4464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44459156-6E4E-9A07-BD3F-89C99705456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703343" y="4413737"/>
                <a:ext cx="99288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A6A395CC-4BFC-0F6C-7284-170D65034AE2}"/>
                  </a:ext>
                </a:extLst>
              </p14:cNvPr>
              <p14:cNvContentPartPr/>
              <p14:nvPr/>
            </p14:nvContentPartPr>
            <p14:xfrm>
              <a:off x="5625943" y="323777"/>
              <a:ext cx="1063080" cy="316080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A6A395CC-4BFC-0F6C-7284-170D65034AE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607943" y="305777"/>
                <a:ext cx="1098720" cy="319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4BCFD24A-9E9B-7290-C289-33EF35B73A4F}"/>
                  </a:ext>
                </a:extLst>
              </p14:cNvPr>
              <p14:cNvContentPartPr/>
              <p14:nvPr/>
            </p14:nvContentPartPr>
            <p14:xfrm>
              <a:off x="5556103" y="5521097"/>
              <a:ext cx="879840" cy="78408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4BCFD24A-9E9B-7290-C289-33EF35B73A4F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538103" y="5503097"/>
                <a:ext cx="915480" cy="81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9C1638F1-1601-C7BF-017F-7A391BD7EACC}"/>
                  </a:ext>
                </a:extLst>
              </p14:cNvPr>
              <p14:cNvContentPartPr/>
              <p14:nvPr/>
            </p14:nvContentPartPr>
            <p14:xfrm>
              <a:off x="1262743" y="3639737"/>
              <a:ext cx="360" cy="36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9C1638F1-1601-C7BF-017F-7A391BD7EACC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244743" y="3621737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820D4B71-CF76-320D-7F6D-C01C691CD67B}"/>
                  </a:ext>
                </a:extLst>
              </p14:cNvPr>
              <p14:cNvContentPartPr/>
              <p14:nvPr/>
            </p14:nvContentPartPr>
            <p14:xfrm>
              <a:off x="11652481" y="576040"/>
              <a:ext cx="106315" cy="182719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820D4B71-CF76-320D-7F6D-C01C691CD67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11634583" y="558045"/>
                <a:ext cx="141753" cy="18628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1849F65E-8278-894F-519B-AF07EBB41887}"/>
                  </a:ext>
                </a:extLst>
              </p14:cNvPr>
              <p14:cNvContentPartPr/>
              <p14:nvPr/>
            </p14:nvContentPartPr>
            <p14:xfrm>
              <a:off x="-1277814" y="679938"/>
              <a:ext cx="11723" cy="11723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1849F65E-8278-894F-519B-AF07EBB4188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-1863964" y="93788"/>
                <a:ext cx="1172300" cy="11723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81292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896185-F54F-9674-948A-43C313CD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程式如何安裝執行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938639-C6C3-CD63-AE01-0F89C696B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TW" altLang="en-US"/>
              <a:t>專案會使用</a:t>
            </a:r>
            <a:r>
              <a:rPr lang="en-US" altLang="zh-TW"/>
              <a:t>Visual Studio</a:t>
            </a:r>
            <a:r>
              <a:rPr lang="zh-TW" altLang="en-US"/>
              <a:t>並</a:t>
            </a:r>
            <a:endParaRPr lang="en-US" altLang="zh-TW"/>
          </a:p>
          <a:p>
            <a:pPr marL="0" indent="0">
              <a:buNone/>
            </a:pPr>
            <a:r>
              <a:rPr lang="zh-TW" altLang="en-US"/>
              <a:t>另外下載</a:t>
            </a:r>
            <a:r>
              <a:rPr lang="en-US" altLang="zh-TW"/>
              <a:t>SFML</a:t>
            </a:r>
            <a:r>
              <a:rPr lang="zh-TW" altLang="en-US"/>
              <a:t> </a:t>
            </a:r>
            <a:r>
              <a:rPr lang="en-US" altLang="zh-TW"/>
              <a:t>Graphics(</a:t>
            </a:r>
            <a:r>
              <a:rPr lang="zh-TW" altLang="en-US"/>
              <a:t>負責建立遊戲介面</a:t>
            </a:r>
            <a:r>
              <a:rPr lang="en-US" altLang="zh-TW"/>
              <a:t>)</a:t>
            </a:r>
            <a:r>
              <a:rPr lang="zh-TW" altLang="en-US"/>
              <a:t>做使用，</a:t>
            </a:r>
            <a:endParaRPr lang="en-US" altLang="zh-TW"/>
          </a:p>
          <a:p>
            <a:pPr marL="0" indent="0">
              <a:buNone/>
            </a:pPr>
            <a:r>
              <a:rPr lang="zh-TW" altLang="en-US">
                <a:ea typeface="新細明體"/>
              </a:rPr>
              <a:t>遊戲完成後匯出內涵</a:t>
            </a:r>
            <a:r>
              <a:rPr lang="en-US" altLang="zh-TW" err="1">
                <a:ea typeface="新細明體"/>
              </a:rPr>
              <a:t>EXE和DLL檔案的資料夾</a:t>
            </a:r>
            <a:r>
              <a:rPr lang="zh-TW" altLang="en-US">
                <a:ea typeface="新細明體"/>
              </a:rPr>
              <a:t>即可進行遊戲，另外會協同檔案匯出避免玩家沒有事先安裝</a:t>
            </a:r>
            <a:r>
              <a:rPr lang="en-US" altLang="zh-TW">
                <a:ea typeface="新細明體"/>
              </a:rPr>
              <a:t>C++</a:t>
            </a:r>
            <a:endParaRPr lang="zh-TW" altLang="en-US">
              <a:ea typeface="新細明體"/>
            </a:endParaRPr>
          </a:p>
        </p:txBody>
      </p:sp>
    </p:spTree>
    <p:extLst>
      <p:ext uri="{BB962C8B-B14F-4D97-AF65-F5344CB8AC3E}">
        <p14:creationId xmlns:p14="http://schemas.microsoft.com/office/powerpoint/2010/main" val="3257500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D7D5AB-B601-C348-9F9F-7AE48CBBD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工作分配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149E8B-8A0E-700D-2F60-D392D398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鄭立渝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Github</a:t>
            </a:r>
            <a:r>
              <a:rPr lang="zh-TW" altLang="en-US" dirty="0"/>
              <a:t>管理、</a:t>
            </a:r>
            <a:r>
              <a:rPr lang="en-US" altLang="zh-TW" dirty="0"/>
              <a:t>READMA</a:t>
            </a:r>
            <a:r>
              <a:rPr lang="zh-TW" altLang="en-US" dirty="0"/>
              <a:t>編輯、</a:t>
            </a:r>
            <a:r>
              <a:rPr lang="en-US" altLang="zh-TW" dirty="0"/>
              <a:t>PPT</a:t>
            </a:r>
            <a:r>
              <a:rPr lang="zh-TW" altLang="en-US" dirty="0"/>
              <a:t>製作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高子淵</a:t>
            </a:r>
            <a:r>
              <a:rPr lang="en-US" altLang="zh-TW" dirty="0"/>
              <a:t>:</a:t>
            </a:r>
            <a:r>
              <a:rPr lang="zh-TW" altLang="en-US" dirty="0"/>
              <a:t> 主程式開發、邏輯架構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魏紹紘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UML</a:t>
            </a:r>
            <a:r>
              <a:rPr lang="zh-TW" altLang="en-US" dirty="0"/>
              <a:t>、流程圖繪製</a:t>
            </a:r>
          </a:p>
        </p:txBody>
      </p:sp>
    </p:spTree>
    <p:extLst>
      <p:ext uri="{BB962C8B-B14F-4D97-AF65-F5344CB8AC3E}">
        <p14:creationId xmlns:p14="http://schemas.microsoft.com/office/powerpoint/2010/main" val="2096364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4C1F2B-D264-C08B-8C15-2F2ECF5F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ea typeface="新細明體"/>
              </a:rPr>
              <a:t>GitHub連結</a:t>
            </a:r>
            <a:endParaRPr lang="zh-TW" altLang="en-US" b="1" dirty="0">
              <a:solidFill>
                <a:srgbClr val="000000"/>
              </a:solidFill>
              <a:ea typeface="新細明體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0F9173-9476-A260-2BB1-B1015C83A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altLang="zh-TW" dirty="0">
                <a:ea typeface="新細明體"/>
                <a:hlinkClick r:id="rId2"/>
              </a:rPr>
              <a:t>https://github.com/liyu9412/Patches-Game.git</a:t>
            </a:r>
            <a:endParaRPr lang="zh-TW" altLang="en-US" dirty="0">
              <a:ea typeface="新細明體"/>
            </a:endParaRPr>
          </a:p>
        </p:txBody>
      </p:sp>
    </p:spTree>
    <p:extLst>
      <p:ext uri="{BB962C8B-B14F-4D97-AF65-F5344CB8AC3E}">
        <p14:creationId xmlns:p14="http://schemas.microsoft.com/office/powerpoint/2010/main" val="451281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358</Words>
  <Application>Microsoft Office PowerPoint</Application>
  <PresentationFormat>寬螢幕</PresentationFormat>
  <Paragraphs>34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新細明體</vt:lpstr>
      <vt:lpstr>Aptos</vt:lpstr>
      <vt:lpstr>Aptos Display</vt:lpstr>
      <vt:lpstr>Arial</vt:lpstr>
      <vt:lpstr>Office 佈景主題</vt:lpstr>
      <vt:lpstr>Patches幾何填空</vt:lpstr>
      <vt:lpstr>遊戲規則</vt:lpstr>
      <vt:lpstr>程式運作流程</vt:lpstr>
      <vt:lpstr>PowerPoint 簡報</vt:lpstr>
      <vt:lpstr>PowerPoint 簡報</vt:lpstr>
      <vt:lpstr>PowerPoint 簡報</vt:lpstr>
      <vt:lpstr>PowerPoint 簡報</vt:lpstr>
      <vt:lpstr>PowerPoint 簡報</vt:lpstr>
      <vt:lpstr>範例路徑 </vt:lpstr>
      <vt:lpstr>程式如何安裝執行</vt:lpstr>
      <vt:lpstr>工作分配</vt:lpstr>
      <vt:lpstr>GitHub連結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鄭立渝</cp:lastModifiedBy>
  <cp:revision>5</cp:revision>
  <dcterms:created xsi:type="dcterms:W3CDTF">2026-04-22T09:43:17Z</dcterms:created>
  <dcterms:modified xsi:type="dcterms:W3CDTF">2026-04-22T17:11:58Z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c31359-ecb0-4331-ac49-239bee8da37f_Enabled">
    <vt:lpwstr>true</vt:lpwstr>
  </property>
  <property fmtid="{D5CDD505-2E9C-101B-9397-08002B2CF9AE}" pid="3" name="MSIP_Label_dfc31359-ecb0-4331-ac49-239bee8da37f_SetDate">
    <vt:lpwstr>2026-04-22T16:57:54Z</vt:lpwstr>
  </property>
  <property fmtid="{D5CDD505-2E9C-101B-9397-08002B2CF9AE}" pid="4" name="MSIP_Label_dfc31359-ecb0-4331-ac49-239bee8da37f_Method">
    <vt:lpwstr>Standard</vt:lpwstr>
  </property>
  <property fmtid="{D5CDD505-2E9C-101B-9397-08002B2CF9AE}" pid="5" name="MSIP_Label_dfc31359-ecb0-4331-ac49-239bee8da37f_Name">
    <vt:lpwstr>defa4170-0d19-0005-0004-bc88714345d2</vt:lpwstr>
  </property>
  <property fmtid="{D5CDD505-2E9C-101B-9397-08002B2CF9AE}" pid="6" name="MSIP_Label_dfc31359-ecb0-4331-ac49-239bee8da37f_SiteId">
    <vt:lpwstr>9e0dd6b1-99a5-4858-ba44-ed1f82d4cf6a</vt:lpwstr>
  </property>
  <property fmtid="{D5CDD505-2E9C-101B-9397-08002B2CF9AE}" pid="7" name="MSIP_Label_dfc31359-ecb0-4331-ac49-239bee8da37f_ActionId">
    <vt:lpwstr>4098a6c6-b9a7-4302-aa84-bbba11753a36</vt:lpwstr>
  </property>
  <property fmtid="{D5CDD505-2E9C-101B-9397-08002B2CF9AE}" pid="8" name="MSIP_Label_dfc31359-ecb0-4331-ac49-239bee8da37f_ContentBits">
    <vt:lpwstr>0</vt:lpwstr>
  </property>
  <property fmtid="{D5CDD505-2E9C-101B-9397-08002B2CF9AE}" pid="9" name="MSIP_Label_dfc31359-ecb0-4331-ac49-239bee8da37f_Tag">
    <vt:lpwstr>10, 3, 0, 1</vt:lpwstr>
  </property>
</Properties>
</file>